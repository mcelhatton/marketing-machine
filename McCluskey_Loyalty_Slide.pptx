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63" r:id="rId13"/>
  </p:sldIdLst>
  <p:sldSz cx="18288000" cy="10287000"/>
  <p:notesSz cx="6858000" cy="9144000"/>
  <p:embeddedFontLst>
    <p:embeddedFont>
      <p:font typeface="Arial Bold" panose="020B0704020202020204" pitchFamily="34" charset="0"/>
      <p:regular r:id="rId17"/>
      <p:bold r:id="rId18"/>
    </p:embeddedFont>
    <p:embeddedFont>
      <p:font typeface="Arial Bold Italics" panose="020B0704020202090204" pitchFamily="34" charset="0"/>
      <p:regular r:id="rId19"/>
      <p:bold r:id="rId20"/>
      <p:italic r:id="rId21"/>
      <p:boldItalic r:id="rId22"/>
    </p:embeddedFont>
    <p:embeddedFont>
      <p:font typeface="Arial Italics" panose="020B0604020202090204" pitchFamily="34" charset="0"/>
      <p:regular r:id="rId23"/>
      <p:italic r:id="rId24"/>
    </p:embeddedFont>
    <p:embeddedFont>
      <p:font typeface="Montserrat Bold Italics" pitchFamily="2" charset="77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27" autoAdjust="0"/>
    <p:restoredTop sz="94658" autoAdjust="0"/>
  </p:normalViewPr>
  <p:slideViewPr>
    <p:cSldViewPr>
      <p:cViewPr varScale="1">
        <p:scale>
          <a:sx n="71" d="100"/>
          <a:sy n="71" d="100"/>
        </p:scale>
        <p:origin x="1024" y="4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2.xml.rels><?xml version="1.0" encoding="UTF-8" standalone="yes"?>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7.png"/><Relationship Id="rId7" Type="http://schemas.openxmlformats.org/officeDocument/2006/relationships/image" Target="../media/image32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openxmlformats.org/officeDocument/2006/relationships/image" Target="../media/image2.jpeg"/><Relationship Id="rId9" Type="http://schemas.openxmlformats.org/officeDocument/2006/relationships/image" Target="../media/image4.png"/><Relationship Id="rIdShot1" Type="http://schemas.openxmlformats.org/officeDocument/2006/relationships/image" Target="../media/shot1.png"/><Relationship Id="rIdShot2" Type="http://schemas.openxmlformats.org/officeDocument/2006/relationships/image" Target="../media/shot2.png"/><Relationship Id="rIdShot3" Type="http://schemas.openxmlformats.org/officeDocument/2006/relationships/image" Target="../media/shot3.png"/><Relationship Id="rIdShot4" Type="http://schemas.openxmlformats.org/officeDocument/2006/relationships/image" Target="../media/shot4.png"/></Relationships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8823" y="3004823"/>
            <a:ext cx="848363" cy="848363"/>
            <a:chOff x="0" y="0"/>
            <a:chExt cx="1131151" cy="11311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31189" cy="1131189"/>
            </a:xfrm>
            <a:custGeom>
              <a:avLst/>
              <a:gdLst/>
              <a:ahLst/>
              <a:cxnLst/>
              <a:rect l="l" t="t" r="r" b="b"/>
              <a:pathLst>
                <a:path w="1131189" h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7F7F7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3200400"/>
            <a:ext cx="457200" cy="457200"/>
            <a:chOff x="0" y="0"/>
            <a:chExt cx="609600" cy="609600"/>
          </a:xfrm>
        </p:grpSpPr>
        <p:sp>
          <p:nvSpPr>
            <p:cNvPr id="5" name="Freeform 5" descr="preencoded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28800" y="3054096"/>
            <a:ext cx="8778240" cy="822960"/>
            <a:chOff x="0" y="0"/>
            <a:chExt cx="11704320" cy="10972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04320" cy="1097280"/>
            </a:xfrm>
            <a:custGeom>
              <a:avLst/>
              <a:gdLst/>
              <a:ahLst/>
              <a:cxnLst/>
              <a:rect l="l" t="t" r="r" b="b"/>
              <a:pathLst>
                <a:path w="11704320" h="1097280">
                  <a:moveTo>
                    <a:pt x="0" y="0"/>
                  </a:moveTo>
                  <a:lnTo>
                    <a:pt x="11704320" y="0"/>
                  </a:lnTo>
                  <a:lnTo>
                    <a:pt x="11704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7840" b="-1578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170432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A1E24"/>
                  </a:solidFill>
                  <a:latin typeface="Arial"/>
                  <a:ea typeface="Arial"/>
                  <a:cs typeface="Arial"/>
                  <a:sym typeface="Arial"/>
                </a:rPr>
                <a:t>Key and Vehicle Finder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18823" y="4102103"/>
            <a:ext cx="848363" cy="848363"/>
            <a:chOff x="0" y="0"/>
            <a:chExt cx="1131151" cy="113115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31189" cy="1131189"/>
            </a:xfrm>
            <a:custGeom>
              <a:avLst/>
              <a:gdLst/>
              <a:ahLst/>
              <a:cxnLst/>
              <a:rect l="l" t="t" r="r" b="b"/>
              <a:pathLst>
                <a:path w="1131189" h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7F7F7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" y="4297680"/>
            <a:ext cx="457200" cy="457200"/>
            <a:chOff x="0" y="0"/>
            <a:chExt cx="609600" cy="609600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28800" y="4151376"/>
            <a:ext cx="8778240" cy="822960"/>
            <a:chOff x="0" y="0"/>
            <a:chExt cx="11704320" cy="10972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704320" cy="1097280"/>
            </a:xfrm>
            <a:custGeom>
              <a:avLst/>
              <a:gdLst/>
              <a:ahLst/>
              <a:cxnLst/>
              <a:rect l="l" t="t" r="r" b="b"/>
              <a:pathLst>
                <a:path w="11704320" h="1097280">
                  <a:moveTo>
                    <a:pt x="0" y="0"/>
                  </a:moveTo>
                  <a:lnTo>
                    <a:pt x="11704320" y="0"/>
                  </a:lnTo>
                  <a:lnTo>
                    <a:pt x="11704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7840" b="-1578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170432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A1E24"/>
                  </a:solidFill>
                  <a:latin typeface="Arial"/>
                  <a:ea typeface="Arial"/>
                  <a:cs typeface="Arial"/>
                  <a:sym typeface="Arial"/>
                </a:rPr>
                <a:t>Vehicle Value Tracker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18823" y="5199383"/>
            <a:ext cx="848363" cy="848363"/>
            <a:chOff x="0" y="0"/>
            <a:chExt cx="1131151" cy="113115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1189" cy="1131189"/>
            </a:xfrm>
            <a:custGeom>
              <a:avLst/>
              <a:gdLst/>
              <a:ahLst/>
              <a:cxnLst/>
              <a:rect l="l" t="t" r="r" b="b"/>
              <a:pathLst>
                <a:path w="1131189" h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7F7F7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" y="5394960"/>
            <a:ext cx="457200" cy="457200"/>
            <a:chOff x="0" y="0"/>
            <a:chExt cx="609600" cy="609600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828800" y="5248656"/>
            <a:ext cx="8778240" cy="822960"/>
            <a:chOff x="0" y="0"/>
            <a:chExt cx="11704320" cy="10972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704320" cy="1097280"/>
            </a:xfrm>
            <a:custGeom>
              <a:avLst/>
              <a:gdLst/>
              <a:ahLst/>
              <a:cxnLst/>
              <a:rect l="l" t="t" r="r" b="b"/>
              <a:pathLst>
                <a:path w="11704320" h="1097280">
                  <a:moveTo>
                    <a:pt x="0" y="0"/>
                  </a:moveTo>
                  <a:lnTo>
                    <a:pt x="11704320" y="0"/>
                  </a:lnTo>
                  <a:lnTo>
                    <a:pt x="11704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7840" b="-1578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170432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A1E24"/>
                  </a:solidFill>
                  <a:latin typeface="Arial"/>
                  <a:ea typeface="Arial"/>
                  <a:cs typeface="Arial"/>
                  <a:sym typeface="Arial"/>
                </a:rPr>
                <a:t>Join Quick Service Queue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8823" y="6296663"/>
            <a:ext cx="848363" cy="848363"/>
            <a:chOff x="0" y="0"/>
            <a:chExt cx="1131151" cy="113115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31189" cy="1131189"/>
            </a:xfrm>
            <a:custGeom>
              <a:avLst/>
              <a:gdLst/>
              <a:ahLst/>
              <a:cxnLst/>
              <a:rect l="l" t="t" r="r" b="b"/>
              <a:pathLst>
                <a:path w="1131189" h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7F7F7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14400" y="6492240"/>
            <a:ext cx="457200" cy="457200"/>
            <a:chOff x="0" y="0"/>
            <a:chExt cx="609600" cy="609600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828800" y="6345936"/>
            <a:ext cx="8778240" cy="822960"/>
            <a:chOff x="0" y="0"/>
            <a:chExt cx="11704320" cy="10972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704320" cy="1097280"/>
            </a:xfrm>
            <a:custGeom>
              <a:avLst/>
              <a:gdLst/>
              <a:ahLst/>
              <a:cxnLst/>
              <a:rect l="l" t="t" r="r" b="b"/>
              <a:pathLst>
                <a:path w="11704320" h="1097280">
                  <a:moveTo>
                    <a:pt x="0" y="0"/>
                  </a:moveTo>
                  <a:lnTo>
                    <a:pt x="11704320" y="0"/>
                  </a:lnTo>
                  <a:lnTo>
                    <a:pt x="11704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7840" b="-1578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1170432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A1E24"/>
                  </a:solidFill>
                  <a:latin typeface="Arial"/>
                  <a:ea typeface="Arial"/>
                  <a:cs typeface="Arial"/>
                  <a:sym typeface="Arial"/>
                </a:rPr>
                <a:t>Service “Pizza” Tracker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18823" y="7393943"/>
            <a:ext cx="848363" cy="848363"/>
            <a:chOff x="0" y="0"/>
            <a:chExt cx="1131151" cy="113115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31189" cy="1131189"/>
            </a:xfrm>
            <a:custGeom>
              <a:avLst/>
              <a:gdLst/>
              <a:ahLst/>
              <a:cxnLst/>
              <a:rect l="l" t="t" r="r" b="b"/>
              <a:pathLst>
                <a:path w="1131189" h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7F7F7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14400" y="7589520"/>
            <a:ext cx="457200" cy="457200"/>
            <a:chOff x="0" y="0"/>
            <a:chExt cx="609600" cy="609600"/>
          </a:xfrm>
        </p:grpSpPr>
        <p:sp>
          <p:nvSpPr>
            <p:cNvPr id="33" name="Freeform 33" descr="preencoded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828800" y="7443216"/>
            <a:ext cx="8778240" cy="822960"/>
            <a:chOff x="0" y="0"/>
            <a:chExt cx="11704320" cy="10972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704320" cy="1097280"/>
            </a:xfrm>
            <a:custGeom>
              <a:avLst/>
              <a:gdLst/>
              <a:ahLst/>
              <a:cxnLst/>
              <a:rect l="l" t="t" r="r" b="b"/>
              <a:pathLst>
                <a:path w="11704320" h="1097280">
                  <a:moveTo>
                    <a:pt x="0" y="0"/>
                  </a:moveTo>
                  <a:lnTo>
                    <a:pt x="11704320" y="0"/>
                  </a:lnTo>
                  <a:lnTo>
                    <a:pt x="117043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7840" b="-15784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1170432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A1E24"/>
                  </a:solidFill>
                  <a:latin typeface="Arial"/>
                  <a:ea typeface="Arial"/>
                  <a:cs typeface="Arial"/>
                  <a:sym typeface="Arial"/>
                </a:rPr>
                <a:t>Key trackers + vehicle management + rewards</a:t>
              </a:r>
            </a:p>
          </p:txBody>
        </p:sp>
      </p:grpSp>
      <p:sp>
        <p:nvSpPr>
          <p:cNvPr id="58" name="Freeform 58"/>
          <p:cNvSpPr/>
          <p:nvPr/>
        </p:nvSpPr>
        <p:spPr>
          <a:xfrm>
            <a:off x="14373868" y="489585"/>
            <a:ext cx="3322267" cy="819885"/>
          </a:xfrm>
          <a:custGeom>
            <a:avLst/>
            <a:gdLst/>
            <a:ahLst/>
            <a:cxnLst/>
            <a:rect l="l" t="t" r="r" b="b"/>
            <a:pathLst>
              <a:path w="3322267" h="819885">
                <a:moveTo>
                  <a:pt x="0" y="0"/>
                </a:moveTo>
                <a:lnTo>
                  <a:pt x="3322268" y="0"/>
                </a:lnTo>
                <a:lnTo>
                  <a:pt x="3322268" y="819885"/>
                </a:lnTo>
                <a:lnTo>
                  <a:pt x="0" y="81988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8698" r="869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9" name="Group 59"/>
          <p:cNvGrpSpPr/>
          <p:nvPr/>
        </p:nvGrpSpPr>
        <p:grpSpPr>
          <a:xfrm>
            <a:off x="-1966771" y="9587997"/>
            <a:ext cx="22586340" cy="910329"/>
            <a:chOff x="0" y="0"/>
            <a:chExt cx="30115120" cy="121377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0115157" cy="1213810"/>
            </a:xfrm>
            <a:custGeom>
              <a:avLst/>
              <a:gdLst/>
              <a:ahLst/>
              <a:cxnLst/>
              <a:rect l="l" t="t" r="r" b="b"/>
              <a:pathLst>
                <a:path w="30115157" h="1213810">
                  <a:moveTo>
                    <a:pt x="0" y="0"/>
                  </a:moveTo>
                  <a:lnTo>
                    <a:pt x="30115157" y="0"/>
                  </a:lnTo>
                  <a:lnTo>
                    <a:pt x="30115157" y="1213810"/>
                  </a:lnTo>
                  <a:lnTo>
                    <a:pt x="0" y="1213810"/>
                  </a:lnTo>
                  <a:close/>
                </a:path>
              </a:pathLst>
            </a:custGeom>
            <a:solidFill>
              <a:srgbClr val="1A1E24"/>
            </a:solidFill>
            <a:ln w="25400" cap="sq">
              <a:solidFill>
                <a:srgbClr val="1A1E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1" name="Group 61"/>
          <p:cNvGrpSpPr/>
          <p:nvPr/>
        </p:nvGrpSpPr>
        <p:grpSpPr>
          <a:xfrm rot="5400000">
            <a:off x="9195458" y="-443150"/>
            <a:ext cx="49910" cy="20012384"/>
            <a:chOff x="0" y="0"/>
            <a:chExt cx="34292" cy="13749871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4330" cy="13749910"/>
            </a:xfrm>
            <a:custGeom>
              <a:avLst/>
              <a:gdLst/>
              <a:ahLst/>
              <a:cxnLst/>
              <a:rect l="l" t="t" r="r" b="b"/>
              <a:pathLst>
                <a:path w="34330" h="13749910">
                  <a:moveTo>
                    <a:pt x="0" y="0"/>
                  </a:moveTo>
                  <a:lnTo>
                    <a:pt x="34330" y="0"/>
                  </a:lnTo>
                  <a:lnTo>
                    <a:pt x="34330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8AC833"/>
            </a:solidFill>
            <a:ln w="25400" cap="sq">
              <a:solidFill>
                <a:srgbClr val="8AC833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31520" y="9654672"/>
            <a:ext cx="16824960" cy="585216"/>
            <a:chOff x="0" y="0"/>
            <a:chExt cx="22433280" cy="78028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2433280" cy="780288"/>
            </a:xfrm>
            <a:custGeom>
              <a:avLst/>
              <a:gdLst/>
              <a:ahLst/>
              <a:cxnLst/>
              <a:rect l="l" t="t" r="r" b="b"/>
              <a:pathLst>
                <a:path w="22433280" h="780288">
                  <a:moveTo>
                    <a:pt x="0" y="0"/>
                  </a:moveTo>
                  <a:lnTo>
                    <a:pt x="22433280" y="0"/>
                  </a:lnTo>
                  <a:lnTo>
                    <a:pt x="22433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0194" b="-51019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22433280" cy="7993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 spc="463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LIFETIME CUSTOMER VALUE   •   ZERO CHARGEBACKS   •   FLEXIBLE REINSURANCE</a:t>
              </a:r>
            </a:p>
          </p:txBody>
        </p:sp>
      </p:grpSp>
      <p:pic>
        <p:nvPicPr>
          <p:cNvPr id="66" name="Picture 6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5848" y="1763538"/>
            <a:ext cx="3938670" cy="6897628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15107" y="2523289"/>
            <a:ext cx="5500070" cy="6598288"/>
          </a:xfrm>
          <a:prstGeom prst="rect">
            <a:avLst/>
          </a:prstGeom>
        </p:spPr>
      </p:pic>
      <p:sp>
        <p:nvSpPr>
          <p:cNvPr id="68" name="Freeform 68"/>
          <p:cNvSpPr/>
          <p:nvPr/>
        </p:nvSpPr>
        <p:spPr>
          <a:xfrm>
            <a:off x="8687273" y="6393732"/>
            <a:ext cx="4347793" cy="4336924"/>
          </a:xfrm>
          <a:custGeom>
            <a:avLst/>
            <a:gdLst/>
            <a:ahLst/>
            <a:cxnLst/>
            <a:rect l="l" t="t" r="r" b="b"/>
            <a:pathLst>
              <a:path w="4347793" h="4336924">
                <a:moveTo>
                  <a:pt x="0" y="0"/>
                </a:moveTo>
                <a:lnTo>
                  <a:pt x="4347793" y="0"/>
                </a:lnTo>
                <a:lnTo>
                  <a:pt x="4347793" y="4336924"/>
                </a:lnTo>
                <a:lnTo>
                  <a:pt x="0" y="43369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9" name="TextBox 69"/>
          <p:cNvSpPr txBox="1"/>
          <p:nvPr/>
        </p:nvSpPr>
        <p:spPr>
          <a:xfrm>
            <a:off x="731520" y="885825"/>
            <a:ext cx="10262999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1">
                <a:solidFill>
                  <a:srgbClr val="8AC833"/>
                </a:solidFill>
                <a:latin typeface="Arial Bold"/>
                <a:ea typeface="Arial Bold"/>
                <a:cs typeface="Arial Bold"/>
                <a:sym typeface="Arial Bold"/>
              </a:rPr>
              <a:t>McCluskey Loyalty Program</a:t>
            </a:r>
          </a:p>
        </p:txBody>
      </p:sp>
      <p:sp>
        <p:nvSpPr>
          <p:cNvPr id="70" name="Freeform 70"/>
          <p:cNvSpPr/>
          <p:nvPr/>
        </p:nvSpPr>
        <p:spPr>
          <a:xfrm rot="462537">
            <a:off x="8819055" y="6756447"/>
            <a:ext cx="4008028" cy="3998008"/>
          </a:xfrm>
          <a:custGeom>
            <a:avLst/>
            <a:gdLst/>
            <a:ahLst/>
            <a:cxnLst/>
            <a:rect l="l" t="t" r="r" b="b"/>
            <a:pathLst>
              <a:path w="4008028" h="3998008">
                <a:moveTo>
                  <a:pt x="0" y="0"/>
                </a:moveTo>
                <a:lnTo>
                  <a:pt x="4008028" y="0"/>
                </a:lnTo>
                <a:lnTo>
                  <a:pt x="4008028" y="3998008"/>
                </a:lnTo>
                <a:lnTo>
                  <a:pt x="0" y="399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01" name="Screenshot 1"/>
          <p:cNvPicPr/>
          <p:nvPr/>
        </p:nvPicPr>
        <p:blipFill>
          <a:blip r:embed="rIdShot1"/>
          <a:stretch>
            <a:fillRect/>
          </a:stretch>
        </p:blipFill>
        <p:spPr>
          <a:xfrm>
            <a:off x="14350000" y="1500000"/>
            <a:ext cx="1700000" cy="3698744"/>
          </a:xfrm>
          <a:prstGeom prst="rect">
            <a:avLst/>
          </a:prstGeom>
        </p:spPr>
      </p:pic>
      <p:pic>
        <p:nvPicPr>
          <p:cNvPr id="202" name="Screenshot 2"/>
          <p:cNvPicPr/>
          <p:nvPr/>
        </p:nvPicPr>
        <p:blipFill>
          <a:blip r:embed="rIdShot2"/>
          <a:stretch>
            <a:fillRect/>
          </a:stretch>
        </p:blipFill>
        <p:spPr>
          <a:xfrm>
            <a:off x="16250000" y="1500000"/>
            <a:ext cx="1700000" cy="3698744"/>
          </a:xfrm>
          <a:prstGeom prst="rect">
            <a:avLst/>
          </a:prstGeom>
        </p:spPr>
      </p:pic>
      <p:pic>
        <p:nvPicPr>
          <p:cNvPr id="203" name="Screenshot 3"/>
          <p:cNvPicPr/>
          <p:nvPr/>
        </p:nvPicPr>
        <p:blipFill>
          <a:blip r:embed="rIdShot3"/>
          <a:stretch>
            <a:fillRect/>
          </a:stretch>
        </p:blipFill>
        <p:spPr>
          <a:xfrm>
            <a:off x="14350000" y="5398744"/>
            <a:ext cx="1700000" cy="3698744"/>
          </a:xfrm>
          <a:prstGeom prst="rect">
            <a:avLst/>
          </a:prstGeom>
        </p:spPr>
      </p:pic>
      <p:pic>
        <p:nvPicPr>
          <p:cNvPr id="204" name="Screenshot 4"/>
          <p:cNvPicPr/>
          <p:nvPr/>
        </p:nvPicPr>
        <p:blipFill>
          <a:blip r:embed="rIdShot4"/>
          <a:stretch>
            <a:fillRect/>
          </a:stretch>
        </p:blipFill>
        <p:spPr>
          <a:xfrm>
            <a:off x="16250000" y="5398744"/>
            <a:ext cx="1700000" cy="36987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5575</TotalTime>
  <Words>675</Words>
  <Application>Microsoft Macintosh PowerPoint</Application>
  <PresentationFormat>Custom</PresentationFormat>
  <Paragraphs>141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Arial</vt:lpstr>
      <vt:lpstr>Arial Bold Italics</vt:lpstr>
      <vt:lpstr>Arial Italics</vt:lpstr>
      <vt:lpstr>Montserrat Bold Italics</vt:lpstr>
      <vt:lpstr>Arial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WiseTRAK_0626.pptx</dc:title>
  <dc:creator>Connelly, Mike</dc:creator>
  <cp:lastModifiedBy>Colin McElhatton</cp:lastModifiedBy>
  <cp:revision>10</cp:revision>
  <dcterms:created xsi:type="dcterms:W3CDTF">2006-08-16T00:00:00Z</dcterms:created>
  <dcterms:modified xsi:type="dcterms:W3CDTF">2026-07-15T16:56:31Z</dcterms:modified>
  <dc:identifier>DAHMSvehytM</dc:identifier>
</cp:coreProperties>
</file>